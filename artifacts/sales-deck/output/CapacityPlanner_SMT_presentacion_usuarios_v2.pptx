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87bd159522460b" /><Relationship Type="http://schemas.openxmlformats.org/officeDocument/2006/relationships/extended-properties" Target="/docProps/app.xml" Id="Rffa2596e672243bd" /><Relationship Type="http://schemas.openxmlformats.org/officeDocument/2006/relationships/officeDocument" Target="/ppt/presentation.xml" Id="Rcc12630bbf2e43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add1d1289142ec"/>
  </p:sldMasterIdLst>
  <p:notesMasterIdLst>
    <p:notesMasterId xmlns:r="http://schemas.openxmlformats.org/officeDocument/2006/relationships" r:id="Re05aafa2a8f24cc6"/>
  </p:notesMasterIdLst>
  <p:sldIdLst>
    <p:sldId xmlns:r="http://schemas.openxmlformats.org/officeDocument/2006/relationships" id="256" r:id="Re3370abcf1f74720"/>
    <p:sldId xmlns:r="http://schemas.openxmlformats.org/officeDocument/2006/relationships" id="257" r:id="R465fbe802ca04026"/>
    <p:sldId xmlns:r="http://schemas.openxmlformats.org/officeDocument/2006/relationships" id="258" r:id="Rb1c126b3d0b449a8"/>
    <p:sldId xmlns:r="http://schemas.openxmlformats.org/officeDocument/2006/relationships" id="259" r:id="R7f05bc2289034a15"/>
    <p:sldId xmlns:r="http://schemas.openxmlformats.org/officeDocument/2006/relationships" id="260" r:id="Raa9407a1f4f04666"/>
    <p:sldId xmlns:r="http://schemas.openxmlformats.org/officeDocument/2006/relationships" id="261" r:id="R66da7ae980ca4ad1"/>
    <p:sldId xmlns:r="http://schemas.openxmlformats.org/officeDocument/2006/relationships" id="262" r:id="R637790fb92e84866"/>
    <p:sldId xmlns:r="http://schemas.openxmlformats.org/officeDocument/2006/relationships" id="263" r:id="R40838b4c2c3941d1"/>
    <p:sldId xmlns:r="http://schemas.openxmlformats.org/officeDocument/2006/relationships" id="264" r:id="R1cbff7a84377445c"/>
    <p:sldId xmlns:r="http://schemas.openxmlformats.org/officeDocument/2006/relationships" id="265" r:id="Rc9d401b6dd1741c8"/>
    <p:sldId xmlns:r="http://schemas.openxmlformats.org/officeDocument/2006/relationships" id="266" r:id="Rf36879cc98c84f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e45d1a6b784a4b" /><Relationship Type="http://schemas.openxmlformats.org/officeDocument/2006/relationships/slideMaster" Target="/ppt/slideMasters/slideMaster1.xml" Id="Rfeadd1d1289142ec" /><Relationship Type="http://schemas.openxmlformats.org/officeDocument/2006/relationships/notesMaster" Target="/ppt/notesMasters/notesMaster1.xml" Id="Re05aafa2a8f24cc6" /><Relationship Type="http://schemas.openxmlformats.org/officeDocument/2006/relationships/presProps" Target="/ppt/presProps.xml" Id="Rd9807ce6280d4718" /><Relationship Type="http://schemas.openxmlformats.org/officeDocument/2006/relationships/tableStyles" Target="/ppt/tableStyles.xml" Id="R83a44f4cdd564957" /><Relationship Type="http://schemas.openxmlformats.org/officeDocument/2006/relationships/slide" Target="/ppt/slides/slide1.xml" Id="Re3370abcf1f74720" /><Relationship Type="http://schemas.openxmlformats.org/officeDocument/2006/relationships/slide" Target="/ppt/slides/slide2.xml" Id="R465fbe802ca04026" /><Relationship Type="http://schemas.openxmlformats.org/officeDocument/2006/relationships/slide" Target="/ppt/slides/slide3.xml" Id="Rb1c126b3d0b449a8" /><Relationship Type="http://schemas.openxmlformats.org/officeDocument/2006/relationships/slide" Target="/ppt/slides/slide4.xml" Id="R7f05bc2289034a15" /><Relationship Type="http://schemas.openxmlformats.org/officeDocument/2006/relationships/slide" Target="/ppt/slides/slide5.xml" Id="Raa9407a1f4f04666" /><Relationship Type="http://schemas.openxmlformats.org/officeDocument/2006/relationships/slide" Target="/ppt/slides/slide6.xml" Id="R66da7ae980ca4ad1" /><Relationship Type="http://schemas.openxmlformats.org/officeDocument/2006/relationships/slide" Target="/ppt/slides/slide7.xml" Id="R637790fb92e84866" /><Relationship Type="http://schemas.openxmlformats.org/officeDocument/2006/relationships/slide" Target="/ppt/slides/slide8.xml" Id="R40838b4c2c3941d1" /><Relationship Type="http://schemas.openxmlformats.org/officeDocument/2006/relationships/slide" Target="/ppt/slides/slide9.xml" Id="R1cbff7a84377445c" /><Relationship Type="http://schemas.openxmlformats.org/officeDocument/2006/relationships/slide" Target="/ppt/slides/slide10.xml" Id="Rc9d401b6dd1741c8" /><Relationship Type="http://schemas.openxmlformats.org/officeDocument/2006/relationships/slide" Target="/ppt/slides/slide11.xml" Id="Rf36879cc98c84f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3bb6752d7048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4a9227343a4437" /><Relationship Type="http://schemas.openxmlformats.org/officeDocument/2006/relationships/notesMaster" Target="/ppt/notesMasters/notesMaster1.xml" Id="R6756aab1546f4a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f7d818ae4b484a" /><Relationship Type="http://schemas.openxmlformats.org/officeDocument/2006/relationships/notesMaster" Target="/ppt/notesMasters/notesMaster1.xml" Id="Rd6767720cf1849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50babea46e4d54" /><Relationship Type="http://schemas.openxmlformats.org/officeDocument/2006/relationships/notesMaster" Target="/ppt/notesMasters/notesMaster1.xml" Id="R85c25f8a8f3248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5f2f0744cd4555" /><Relationship Type="http://schemas.openxmlformats.org/officeDocument/2006/relationships/notesMaster" Target="/ppt/notesMasters/notesMaster1.xml" Id="Rb4c5013aa1ee41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94f1461cb14bcd" /><Relationship Type="http://schemas.openxmlformats.org/officeDocument/2006/relationships/notesMaster" Target="/ppt/notesMasters/notesMaster1.xml" Id="Ra7cbd1a465a441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4839c9d84942e9" /><Relationship Type="http://schemas.openxmlformats.org/officeDocument/2006/relationships/notesMaster" Target="/ppt/notesMasters/notesMaster1.xml" Id="R85a1a1181dec4a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e6d88cbd8045c6" /><Relationship Type="http://schemas.openxmlformats.org/officeDocument/2006/relationships/notesMaster" Target="/ppt/notesMasters/notesMaster1.xml" Id="R929edd337acb46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fbe6e590794811" /><Relationship Type="http://schemas.openxmlformats.org/officeDocument/2006/relationships/notesMaster" Target="/ppt/notesMasters/notesMaster1.xml" Id="R80eeb844a9e544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348a0e071f4db0" /><Relationship Type="http://schemas.openxmlformats.org/officeDocument/2006/relationships/notesMaster" Target="/ppt/notesMasters/notesMaster1.xml" Id="R05afa49eda4d49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677b8368c44500" /><Relationship Type="http://schemas.openxmlformats.org/officeDocument/2006/relationships/notesMaster" Target="/ppt/notesMasters/notesMaster1.xml" Id="Rb0774af9f49145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5a1690712f4265" /><Relationship Type="http://schemas.openxmlformats.org/officeDocument/2006/relationships/notesMaster" Target="/ppt/notesMasters/notesMaster1.xml" Id="R95b0e70728eb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b283124ae4b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a48b74013f4242" /><Relationship Type="http://schemas.openxmlformats.org/officeDocument/2006/relationships/slideLayout" Target="/ppt/slideLayouts/slideLayout1.xml" Id="R55a882d9001546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a882d9001546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10591f03a483e" /><Relationship Type="http://schemas.openxmlformats.org/officeDocument/2006/relationships/notesSlide" Target="/ppt/notesSlides/notesSlide1.xml" Id="Re4ab7bcdc00147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b6a97cf3749f4" /><Relationship Type="http://schemas.openxmlformats.org/officeDocument/2006/relationships/notesSlide" Target="/ppt/notesSlides/notesSlide2.xml" Id="R223e2792b68447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65dc9d69d4c40" /><Relationship Type="http://schemas.openxmlformats.org/officeDocument/2006/relationships/notesSlide" Target="/ppt/notesSlides/notesSlide3.xml" Id="R488f07a0c80a49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d6044adb1470c" /><Relationship Type="http://schemas.openxmlformats.org/officeDocument/2006/relationships/image" Target="/ppt/media/image.png" Id="R4353da35d2eb447d" /><Relationship Type="http://schemas.openxmlformats.org/officeDocument/2006/relationships/notesSlide" Target="/ppt/notesSlides/notesSlide4.xml" Id="Rc4c518b1cd1b40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5386904524517" /><Relationship Type="http://schemas.openxmlformats.org/officeDocument/2006/relationships/image" Target="/ppt/media/image2.png" Id="Rc8cadf41d9924f34" /><Relationship Type="http://schemas.openxmlformats.org/officeDocument/2006/relationships/notesSlide" Target="/ppt/notesSlides/notesSlide5.xml" Id="R5b61840430b046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db0f96410411e" /><Relationship Type="http://schemas.openxmlformats.org/officeDocument/2006/relationships/notesSlide" Target="/ppt/notesSlides/notesSlide6.xml" Id="Ra95bf1742c9c44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2f4ecbc014728" /><Relationship Type="http://schemas.openxmlformats.org/officeDocument/2006/relationships/image" Target="/ppt/media/image3.png" Id="R6a554951b38147a2" /><Relationship Type="http://schemas.openxmlformats.org/officeDocument/2006/relationships/notesSlide" Target="/ppt/notesSlides/notesSlide7.xml" Id="R35e044938b6047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8e7915d2c446d" /><Relationship Type="http://schemas.openxmlformats.org/officeDocument/2006/relationships/image" Target="/ppt/media/image4.png" Id="R7e4fb39af09848b5" /><Relationship Type="http://schemas.openxmlformats.org/officeDocument/2006/relationships/notesSlide" Target="/ppt/notesSlides/notesSlide8.xml" Id="R62b9ee467b544f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e67b1bebf43d1" /><Relationship Type="http://schemas.openxmlformats.org/officeDocument/2006/relationships/image" Target="/ppt/media/image5.png" Id="R0ec13042188d4e41" /><Relationship Type="http://schemas.openxmlformats.org/officeDocument/2006/relationships/notesSlide" Target="/ppt/notesSlides/notesSlide9.xml" Id="Rb791fe5c2cb14d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94b34765d4bb6" /><Relationship Type="http://schemas.openxmlformats.org/officeDocument/2006/relationships/notesSlide" Target="/ppt/notesSlides/notesSlide10.xml" Id="Rda9a9ff1cffb43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80b76db904b0c" /><Relationship Type="http://schemas.openxmlformats.org/officeDocument/2006/relationships/notesSlide" Target="/ppt/notesSlides/notesSlide11.xml" Id="R515ba273a42845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197FA-B15A-424E-8671-6E31438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6E407-06ED-4A41-B677-8AFA1A3C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66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Capacity Planner SMT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D3ADB-4EBF-491D-818C-A8D36EC9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CE7"/>
                </a:solidFill>
                <a:latin typeface="Arial"/>
                <a:ea typeface="Arial"/>
                <a:cs typeface="Arial"/>
              </a:rPr>
              <a:t>Del Excel al plan de capacidad por linea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05E7F-F6C7-46A3-A26D-0FB89008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Importa datos SMT, calcula capacidad, detecta sobrecarga y ayuda al planeador a decidir donde producir.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DC941-6068-47BB-8A88-16B168D4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5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006CF-8B51-4E72-80B2-F932C581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91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CE7"/>
                </a:solidFill>
                <a:latin typeface="Arial"/>
                <a:ea typeface="Arial"/>
                <a:cs typeface="Arial"/>
              </a:rPr>
              <a:t>Audiencia: planeadores, lideres de produccion y equipos que revisan capacidad SMT.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E545E-2D44-45D1-93A9-EBCAAAC9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049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60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Presentacion funcional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C62A1-F185-472A-AE51-46ABAACC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DECE7"/>
                </a:solidFill>
                <a:latin typeface="Arial"/>
                <a:ea typeface="Arial"/>
                <a:cs typeface="Arial"/>
              </a:rPr>
              <a:t>Que hace</a:t>
            </a:r>
          </a:p>
          <a:p xmlns:a="http://schemas.openxmlformats.org/drawingml/2006/main">
            <a:pPr algn="ctr">
              <a:defRPr sz="2400" b="1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DECE7"/>
                </a:solidFill>
                <a:latin typeface="Arial"/>
                <a:ea typeface="Arial"/>
                <a:cs typeface="Arial"/>
              </a:rPr>
              <a:t>Como se usa</a:t>
            </a:r>
          </a:p>
          <a:p xmlns:a="http://schemas.openxmlformats.org/drawingml/2006/main">
            <a:pPr algn="ctr">
              <a:defRPr sz="2400" b="1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DECE7"/>
                </a:solidFill>
                <a:latin typeface="Arial"/>
                <a:ea typeface="Arial"/>
                <a:cs typeface="Arial"/>
              </a:rPr>
              <a:t>Donde revisar</a:t>
            </a:r>
          </a:p>
          <a:p xmlns:a="http://schemas.openxmlformats.org/drawingml/2006/main">
            <a:pPr algn="ctr">
              <a:defRPr sz="2400" b="1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DECE7"/>
                </a:solidFill>
                <a:latin typeface="Arial"/>
                <a:ea typeface="Arial"/>
                <a:cs typeface="Arial"/>
              </a:rPr>
              <a:t>Cuando ajustar</a:t>
            </a:r>
          </a:p>
        </p:txBody>
      </p:sp>
    </p:spTree>
    <p:extLst>
      <p:ext uri="{BB962C8B-B14F-4D97-AF65-F5344CB8AC3E}">
        <p14:creationId xmlns:p14="http://schemas.microsoft.com/office/powerpoint/2010/main" val="774241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6B210-BBE4-4FD0-8DAB-C59B2D01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1746C-6122-4184-9F82-0070AE9E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Que hace el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74142-C4FD-435F-B938-1A8E2523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54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Carga el plan SMT y lo convierte en una vista de capacidad por linea, familia y 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23335-31FB-45D5-A5D6-419641AB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8648C-106D-4D51-A551-EC7B54C5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66675" cy="914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70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2CDE5-8864-4644-BCD3-897A7E7F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Importa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2B8FE-0494-4CF9-AC0B-7156FF40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Excel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ABC89-2C3C-4B5A-B2B9-DB10B319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01418-C1C2-42B1-94AA-1977FDC3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66675" cy="914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F486F-352C-46D3-BA36-3F3BC0C5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242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Calcula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EFE56-1A4C-4552-B656-1E44332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718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Capacidad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CFDEE-1A06-451D-8C58-DD3A2BF0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5275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4C054-0EB6-4782-8C77-DA4DB0A1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52750"/>
            <a:ext cx="66675" cy="914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590B4-B5E5-454A-9156-7A58E945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242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Detecta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9D6C8-77E9-46D8-8E83-B1DF7FFB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718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Riesgo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ACE18-9CF0-4B82-B529-1550558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5275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A63F7-17BE-4D3F-AE91-69BFDDAD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52750"/>
            <a:ext cx="66675" cy="914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861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53210-A44B-4014-ABD7-5D3E9D3B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242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Permite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3ED6D-D109-4E76-A16E-1831BF9B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718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Ajustar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9AC89-5116-4943-BB18-659FF7F0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611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El usuario no necesita entender todas las formulas para empezar. Solo debe saber de donde vienen los datos y que significa cada resultado.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B5498-8C83-4A1F-83BE-22838335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Capacity Planner SMT  01</a:t>
            </a:r>
          </a:p>
        </p:txBody>
      </p:sp>
    </p:spTree>
    <p:extLst>
      <p:ext uri="{BB962C8B-B14F-4D97-AF65-F5344CB8AC3E}">
        <p14:creationId xmlns:p14="http://schemas.microsoft.com/office/powerpoint/2010/main" val="1498518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21CCC8-BA82-46A4-9FB2-43CBBA2C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DC5A1-11EA-48F1-98CE-2F42024B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Flujo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64559-2950-43F6-A38A-C62F2E33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762125" cy="19526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6F127-E1FC-43FA-9D3F-CE138F13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428625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04705-C625-4CC6-BCDC-85CEC3C4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889A1-33FF-4FE9-B5F7-F476FAC1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Importar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868C2-C749-4D50-8660-7A34801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Carga FMD SMT o plantillas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83C2F-48AB-45CB-A86D-C283B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762125" cy="19526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832F2-A859-4198-BE82-8B6882D9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76500"/>
            <a:ext cx="428625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AC2A6-B83E-4283-81BA-B7CA7C27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6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08A99-010F-4036-8FC6-1B3BB4C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6C2D6-9E1E-441E-BB75-31136C7E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Revisa datos faltantes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913C8-9D37-47E0-BA2D-BF7D2363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762125" cy="19526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A70CD-382D-4C94-8D65-539B9840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428625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0AC88-4B4C-41AD-B9FE-CA4A97B5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6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68079-C520-4B31-8A70-97F69AD6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Resumen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B0D9E-E340-4AD4-9812-C45A253D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242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Entiende el trimestre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6CA71-C702-4A2D-A9FC-E0FEFB4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38375"/>
            <a:ext cx="1762125" cy="19526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9EB83-E057-493B-B089-05A80FB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28625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015E0-F1BF-4EA0-A2FF-A1ABC4DB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6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13A48-4B48-47FB-BECD-A106B998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05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Capacidad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07725-1C06-40AF-8FD6-9B7F9120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Ve lineas y familias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757BA-F78A-4798-8CF9-BEC32A6B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1762125" cy="19526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A5E19-CDB4-41E6-80EC-F257D32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76500"/>
            <a:ext cx="428625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1F29A-3B30-4DBC-9E02-879ADE4C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6844C-7461-48FF-93F1-B2ABB046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05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Ajustar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BFD96-EC91-4F63-A305-95109D9D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242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Mueve familia o factor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818F8-AE98-40EE-AF6C-CE49CDA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530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71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Lectura simple: primero se carga el plan, luego el sistema dice si los datos son confiables y donde se necesita actuar.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9C545D-3B65-46C2-A16F-BC9CD074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Capacity Planner SMT  02</a:t>
            </a:r>
          </a:p>
        </p:txBody>
      </p:sp>
    </p:spTree>
    <p:extLst>
      <p:ext uri="{BB962C8B-B14F-4D97-AF65-F5344CB8AC3E}">
        <p14:creationId xmlns:p14="http://schemas.microsoft.com/office/powerpoint/2010/main" val="1095805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D231E-1FA4-44CE-BDB7-5D633D5C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7B68A-EDC7-434C-980C-9DF4F701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Summary SMT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87027-5EA6-4EAF-B1FB-C7EC5E75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71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11085-4414-453D-B823-E5C37D9B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Para que sirve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288BD-D744-4BA8-A8F5-3A0F26F8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Da una lectura ejecutiva del trimestre antes de entrar al detalle.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34976-96F2-42E1-BAF0-28DCE671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571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70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2B67D-B86E-4142-901F-2FB0E54B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Que revisa el usuario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D89C9-3D9D-4E35-A80E-9D5823C5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82AF9-0EC8-4B15-B0DB-5682C35C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MPS total del periodo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9DA6B-95E6-4500-929E-A2623BDD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0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08664-92FE-411C-B06B-5357FD12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Lineas SMT cargadas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AE938-C9C4-4C04-84DF-7612FAC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6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E6006-F42D-4470-BB69-824B7B86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Cuello de botella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5A5E3-DD19-4E27-96F9-BB19EDB0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149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42817-F2D0-4D56-AAFE-C318A44A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Distribucion mensual por BU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3da35d2eb447d"/>
          <a:stretch xmlns:a="http://schemas.openxmlformats.org/drawingml/2006/main"/>
        </p:blipFill>
        <p:spPr>
          <a:xfrm xmlns:a="http://schemas.openxmlformats.org/drawingml/2006/main">
            <a:off x="5334000" y="1395413"/>
            <a:ext cx="6096000" cy="3810000"/>
          </a:xfrm>
          <a:prstGeom xmlns:a="http://schemas.openxmlformats.org/drawingml/2006/main" prst="roundRect">
            <a:avLst>
              <a:gd name="adj" fmla="val 2376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80A16-7D33-4924-A458-B0FA4781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Capacity Planner SMT  03</a:t>
            </a:r>
          </a:p>
        </p:txBody>
      </p:sp>
    </p:spTree>
    <p:extLst>
      <p:ext uri="{BB962C8B-B14F-4D97-AF65-F5344CB8AC3E}">
        <p14:creationId xmlns:p14="http://schemas.microsoft.com/office/powerpoint/2010/main" val="812794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FE083-9622-4FD9-AB02-9BADD001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E03A4-A011-4597-9002-3BE850E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Capacidad SMT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A485D-5E11-4E3F-958B-0A15E262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La pantalla principal para decidir si la carga cabe en cada linea.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02423-791F-422E-8D88-77B8B0CD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905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09695-F94E-4496-A301-0E9F5A2D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Como leer la tabla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F22DD-040C-4847-A09A-CD6F6683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MPS = volumen requerido</a:t>
            </a:r>
          </a:p>
          <a:p xmlns:a="http://schemas.openxmlformats.org/drawingml/2006/main">
            <a:pPr algn="l">
              <a:defRPr sz="150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Cap = capacidad calculada</a:t>
            </a:r>
          </a:p>
          <a:p xmlns:a="http://schemas.openxmlformats.org/drawingml/2006/main">
            <a:pPr algn="l">
              <a:defRPr sz="150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Delta = capacidad menos volumen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FA680-5D36-4316-96EC-72AAF921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3905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0AC66-1120-4ACC-9782-A1C85963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Semaforo de utilizacion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F3A8C-C70C-4ED7-9320-DF0BAF91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1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Verde hasta 85.4%</a:t>
            </a:r>
          </a:p>
          <a:p xmlns:a="http://schemas.openxmlformats.org/drawingml/2006/main">
            <a:pPr algn="l">
              <a:defRPr sz="127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Amarillo de 85.5% a 99.4%</a:t>
            </a:r>
          </a:p>
          <a:p xmlns:a="http://schemas.openxmlformats.org/drawingml/2006/main">
            <a:pPr algn="l">
              <a:defRPr sz="127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Rojo arriba de 99.4%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adf41d9924f34"/>
          <a:srcRect xmlns:a="http://schemas.openxmlformats.org/drawingml/2006/main" l="7721" t="0" r="77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838200"/>
            <a:ext cx="657225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53B5F-A1B2-4FF4-9099-A80BA0A3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Capacity Planner SMT  04</a:t>
            </a:r>
          </a:p>
        </p:txBody>
      </p:sp>
    </p:spTree>
    <p:extLst>
      <p:ext uri="{BB962C8B-B14F-4D97-AF65-F5344CB8AC3E}">
        <p14:creationId xmlns:p14="http://schemas.microsoft.com/office/powerpoint/2010/main" val="669351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5B90C-F980-44DC-A1F5-C720B4F8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60F3F-0E44-46D3-8F27-190B2167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Ajustes de planeacion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6AEC9-18F7-45B7-997D-BEFE1682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56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Cuando cambia la demanda, el planeador puede probar alternativas sin rehacer el archivo completo.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C9DA7-D23B-4D9B-96AA-DFB24C7B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71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1BFEB-8343-4B93-B4E1-E7108E13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Que puede ajustar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72840-E323-4333-81B9-27208E65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6D3B4-ACA8-4A99-B596-012104B5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Mover una familia a otra linea SMT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A1480-001F-4CC6-99B9-04CA1759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0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988E0-5BCF-42D8-BEB8-0A681656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Cambiar factor o distribucion de carga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C5984-DC57-404A-8749-AC178644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005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03DA8-F1FE-446F-96D4-20B2C2F8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Revisar el impacto en utilizacion y delta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553D6-EFF3-46E6-8367-5AB8A371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3619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957BC-3198-45F8-87C3-04D92FA4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Regla practica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F60F4-6FFB-4BBC-B05D-B473A0D3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CE7"/>
                </a:solidFill>
                <a:latin typeface="Arial"/>
                <a:ea typeface="Arial"/>
                <a:cs typeface="Arial"/>
              </a:rPr>
              <a:t>El objetivo es mantener las lineas en verde cuando sea posible. Si una linea queda amarilla, requiere revision. Si queda roja, hay sobrecarga.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5AFE0-D287-44F7-AEEC-EDC340C4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Capacity Planner SMT  05</a:t>
            </a:r>
          </a:p>
        </p:txBody>
      </p:sp>
    </p:spTree>
    <p:extLst>
      <p:ext uri="{BB962C8B-B14F-4D97-AF65-F5344CB8AC3E}">
        <p14:creationId xmlns:p14="http://schemas.microsoft.com/office/powerpoint/2010/main" val="1433005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6A4DD-6DCA-490E-A28C-3B08BBE6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4321F-DBCC-453A-82B5-75A3C425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Administracion SMT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3B6E4-04B3-409C-A42F-48AA1BDE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Aqui viven los datos maestros que alimentan los calculos.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5309C-23F0-41E5-A8CD-5D4F74BE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6B3FA-30FB-4BD9-9975-382E3D7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241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Familias, subfamilias y numeros de parte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870A8-37AF-421D-9519-AAB3DB6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0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FEBA3-29FC-413C-B81A-AFDEB76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UPH por familia y por linea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182BB-6738-47F8-B93E-83F69182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26C23-988F-42C9-9A02-0ECC36AA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766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Distribucion por linea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463BF-FA68-4ED3-B390-6BD11DC1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80B76-3558-464A-8997-61934064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528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Calendario y targets SMT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28794-CD1A-4564-8CE6-CC6B37F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Esta pantalla evita nombres duplicados y reduce errores de captura.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54951b38147a2"/>
          <a:stretch xmlns:a="http://schemas.openxmlformats.org/drawingml/2006/main"/>
        </p:blipFill>
        <p:spPr>
          <a:xfrm xmlns:a="http://schemas.openxmlformats.org/drawingml/2006/main">
            <a:off x="5334000" y="1362075"/>
            <a:ext cx="6096000" cy="38100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FD857-000E-4675-B900-3BA2FA48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Capacity Planner SMT  06</a:t>
            </a:r>
          </a:p>
        </p:txBody>
      </p:sp>
    </p:spTree>
    <p:extLst>
      <p:ext uri="{BB962C8B-B14F-4D97-AF65-F5344CB8AC3E}">
        <p14:creationId xmlns:p14="http://schemas.microsoft.com/office/powerpoint/2010/main" val="3309232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8C187-865D-4BA8-B055-A6FF014E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694C3-C411-4D7D-B42F-B74FC85E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Importacion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D5362-D8E6-4E9D-BE53-74B09FCB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El sistema recibe el archivo FMD SMT o plantillas descargables.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A5157-1191-4643-B901-6E0BA66D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571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2BD34-1EBC-49C7-8CEB-FE73E412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669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Que debe hacer el usuario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38B8F-D76D-44BC-8B8E-0CD5E4E1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264D0-B00A-48AA-A1BA-4ABF1048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Descargar la plantilla correcta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D1C6E-F2D4-441D-9E9A-493A8A44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909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0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F241C-2DA1-417D-8AD1-182772DD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Llenar volumen, UPH y distribucion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7D0BB-FD94-4458-96D1-9E2833D4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671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029DE-CB8F-4079-8BBE-116A171D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Cargar el archivo y esperar confirmacion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DEA11-7420-4DAD-ADF7-2D3C2599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43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61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06388-28E5-4E6D-9BA7-01F63527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Revisar errores antes de seguir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fb39af09848b5"/>
          <a:stretch xmlns:a="http://schemas.openxmlformats.org/drawingml/2006/main"/>
        </p:blipFill>
        <p:spPr>
          <a:xfrm xmlns:a="http://schemas.openxmlformats.org/drawingml/2006/main">
            <a:off x="5381625" y="1376958"/>
            <a:ext cx="6048375" cy="3780234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D4A11-314C-4D87-9FFF-36815E76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Capacity Planner SMT  07</a:t>
            </a:r>
          </a:p>
        </p:txBody>
      </p:sp>
    </p:spTree>
    <p:extLst>
      <p:ext uri="{BB962C8B-B14F-4D97-AF65-F5344CB8AC3E}">
        <p14:creationId xmlns:p14="http://schemas.microsoft.com/office/powerpoint/2010/main" val="2056034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0D5DC-F3B1-40EC-B6A1-1D5AEA74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C0FA0-B2EA-4D35-9CE4-3F88F75A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Diagnostico SMT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9E63C-5CEA-4F08-84DD-62618016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1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La pantalla de diagnostico responde una pregunta simple: los datos estan listos para planear?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C6A97-60F3-4516-BF63-3EFDE9D1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61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6FACC-EC66-43C5-BFD2-CB02EB24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Critico: falta informacion para calcular bien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AFE46-FFD5-4740-A510-AF407876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76E54-D682-4CD0-B894-B2981995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Advertencia: conviene revisar antes de presentar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DFE98-4696-4B77-A1D0-791799A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F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B1A72-45FF-46CB-A094-5C466A03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D241F"/>
                </a:solidFill>
                <a:latin typeface="Arial"/>
                <a:ea typeface="Arial"/>
                <a:cs typeface="Arial"/>
              </a:rPr>
              <a:t>OK: el dato base esta cargado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792E7-D4BE-45F0-B8D2-34D5C956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Cada hallazgo incluye una accion recomendada para que el usuario sepa que corregir.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13042188d4e41"/>
          <a:stretch xmlns:a="http://schemas.openxmlformats.org/drawingml/2006/main"/>
        </p:blipFill>
        <p:spPr>
          <a:xfrm xmlns:a="http://schemas.openxmlformats.org/drawingml/2006/main">
            <a:off x="5381625" y="1376958"/>
            <a:ext cx="6048375" cy="3780234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8E059-61A4-41C9-B00D-00462575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Capacity Planner SMT  08</a:t>
            </a:r>
          </a:p>
        </p:txBody>
      </p:sp>
    </p:spTree>
    <p:extLst>
      <p:ext uri="{BB962C8B-B14F-4D97-AF65-F5344CB8AC3E}">
        <p14:creationId xmlns:p14="http://schemas.microsoft.com/office/powerpoint/2010/main" val="1203613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F5F03F-0A37-4CF4-8843-0114DF7E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explicarlo en una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E8B12-C9B9-48DB-8C49-EC2FA96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ECE7"/>
                </a:solidFill>
                <a:latin typeface="Arial"/>
                <a:ea typeface="Arial"/>
                <a:cs typeface="Arial"/>
              </a:rPr>
              <a:t>Guion para que una persona nueva entienda el sistema en pocos minutos.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0ABBB-1D95-47BE-A04B-C35E4DE8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5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A13F4-DEFA-41FF-8451-26598F60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37246-E51B-424A-8CAE-63B7F02C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Summary SMT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401D9-D116-4542-A2E1-A87C9226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574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CE7"/>
                </a:solidFill>
                <a:latin typeface="Arial"/>
                <a:ea typeface="Arial"/>
                <a:cs typeface="Arial"/>
              </a:rPr>
              <a:t>Empieza por la vista ejecutiva y el cuello de botella.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261D0-96D9-4CE8-B34C-7B4E61D5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5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455A3-F624-4E6D-B1FA-E1209915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72C7C-6396-4342-BA26-36837E7E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Capacidad SMT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B5C1E-6878-4B63-A181-87FDCE7D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813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CE7"/>
                </a:solidFill>
                <a:latin typeface="Arial"/>
                <a:ea typeface="Arial"/>
                <a:cs typeface="Arial"/>
              </a:rPr>
              <a:t>Explica MPS, Cap, Delta y colores de utilizacion.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71DC6-E41D-408D-B02D-8ED8E74A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5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6E7E5-5E0D-4604-B8F0-3CCD4EB2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6D6B6-16FB-452D-959C-6D91357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Editar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9D443-AE58-4BD1-BA78-2D352667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052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CE7"/>
                </a:solidFill>
                <a:latin typeface="Arial"/>
                <a:ea typeface="Arial"/>
                <a:cs typeface="Arial"/>
              </a:rPr>
              <a:t>Muestra como mover familias o ajustar factor.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59857-39FE-42ED-9933-FB8C830C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5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F41F7-3137-4E1C-B204-94887840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50C2A-6067-4E15-936C-70D446F8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Administracion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E0A22-D597-4DBE-AB86-321B5B88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291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CE7"/>
                </a:solidFill>
                <a:latin typeface="Arial"/>
                <a:ea typeface="Arial"/>
                <a:cs typeface="Arial"/>
              </a:rPr>
              <a:t>Ensena donde viven familias, UPH y distribucion.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E1863-59FD-4C2C-A497-AF42212A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5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E524C-DD2B-4343-9625-9E2B177E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292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A73BA-085E-4ED6-9FDB-72444013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24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Diagnostico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372B3-BE96-4904-9A43-0F0E846A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530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C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CE7"/>
                </a:solidFill>
                <a:latin typeface="Arial"/>
                <a:ea typeface="Arial"/>
                <a:cs typeface="Arial"/>
              </a:rPr>
              <a:t>Cierra mostrando si los datos estan listos.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1B4B64-D28C-40DF-8A5D-0F9D748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76300"/>
            <a:ext cx="2190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74D4E-48DD-4BC1-ABE8-A850FB2F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04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Mensaje clave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937E4-4F9D-420D-8E62-34881F9E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15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Importar, validar, revisar capacidad y ajustar.</a:t>
            </a:r>
          </a:p>
        </p:txBody>
      </p:sp>
    </p:spTree>
    <p:extLst>
      <p:ext uri="{BB962C8B-B14F-4D97-AF65-F5344CB8AC3E}">
        <p14:creationId xmlns:p14="http://schemas.microsoft.com/office/powerpoint/2010/main" val="18289222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7F022-42B1-4913-B378-7FE7B4B6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CAPACITY PLANNER SMT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DFDB9-B1FB-4A19-B3E3-171C8434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Que debe recordar el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4AC55-EFBB-490C-A539-68C921D1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Tres ideas son suficientes para empezar a usar el sistema.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82DD5-1457-491D-92BC-97E5E67E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857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9EC4A-6FD5-4036-9B31-386C19AD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C004C-8CFD-4427-A6EF-9193F160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54C92-79B2-4366-99AD-86CB9414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A2299-9F4F-4666-A464-E99801E4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76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Importar bien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B2704-0D02-4870-B46E-A4C6B10A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23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El calculo depende de volumen, UPH, distribucion y calendario.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9103F-8EEF-4A13-BA3B-E559ACB8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C06D9-B08B-4053-A49E-7BFD2F70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76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Leer el semaforo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99599-F105-43C8-BC26-CDA6798F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100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Verde cabe, amarillo se revisa, rojo necesita accion.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DDF7F-05B3-4175-BC10-AE4B0C09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81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F3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40E6B-89D3-4524-8E5F-B03367EE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76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Ajustar con criterio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98A4D-0EA8-4370-941E-3824ACF3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100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Mover familias o cambiar factor sirve para probar escenarios.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CB7B5-9CCA-4CAC-95E5-F6C87358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86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24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241F"/>
                </a:solidFill>
                <a:latin typeface="Arial"/>
                <a:ea typeface="Arial"/>
                <a:cs typeface="Arial"/>
              </a:rPr>
              <a:t>Con eso, una persona nueva entiende que hace la herramienta y donde debe entrar para cada actividad.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F0459-2AB3-4EDA-8FC1-C8908E74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5B"/>
                </a:solidFill>
                <a:latin typeface="Arial"/>
                <a:ea typeface="Arial"/>
                <a:cs typeface="Arial"/>
              </a:rPr>
              <a:t>Capacity Planner SMT  10</a:t>
            </a:r>
          </a:p>
        </p:txBody>
      </p:sp>
    </p:spTree>
    <p:extLst>
      <p:ext uri="{BB962C8B-B14F-4D97-AF65-F5344CB8AC3E}">
        <p14:creationId xmlns:p14="http://schemas.microsoft.com/office/powerpoint/2010/main" val="1433729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2026-09-28T15:16:54.8920000Z</dcterms:created>
  <dcterms:modified xsi:type="dcterms:W3CDTF">2026-09-28T15:16:54.8920000Z</dcterms:modified>
</coreProperties>
</file>